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8000">
                <a:solidFill>
                  <a:srgbClr val="FFFFFF"/>
                </a:solidFill>
              </a:defRPr>
            </a:pPr>
            <a:r>
              <a:t>VOLT</a:t>
            </a:r>
          </a:p>
          <a:p>
            <a:pPr algn="ctr">
              <a:defRPr sz="3200">
                <a:solidFill>
                  <a:srgbClr val="00FFC6"/>
                </a:solidFill>
              </a:defRPr>
            </a:pPr>
            <a:r>
              <a:t>Professional Portfolio Risk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FFC6"/>
                </a:solidFill>
              </a:defRPr>
            </a:pPr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Complexity &amp; Access Gap</a:t>
            </a:r>
          </a:p>
          <a:p>
            <a:pPr lvl="1"/>
            <a:r>
              <a:t>• Risk analysis tools are prohibitively expensive.</a:t>
            </a:r>
          </a:p>
          <a:p>
            <a:pPr lvl="1"/>
            <a:r>
              <a:t>• Most retail investors lack institutional-grade metrics.</a:t>
            </a:r>
          </a:p>
          <a:p>
            <a:pPr lvl="1"/>
            <a:r>
              <a:t>• Data visualization is often poor or non-existent.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FFC6"/>
                </a:solidFill>
              </a:defRPr>
            </a:pPr>
            <a:r>
              <a:t>The Solution: Volt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Institutional Intelligence for Everyone</a:t>
            </a:r>
          </a:p>
          <a:p>
            <a:pPr lvl="1"/>
            <a:r>
              <a:t>• Simple, visual risk dashboard.</a:t>
            </a:r>
          </a:p>
          <a:p>
            <a:pPr lvl="1"/>
            <a:r>
              <a:t>• Real-time pricing &amp; volatility tracking.</a:t>
            </a:r>
          </a:p>
          <a:p>
            <a:pPr lvl="1"/>
            <a:r>
              <a:t>• Advanced metrics: Sharpe Ratio, Beta, VaR.</a:t>
            </a:r>
          </a:p>
        </p:txBody>
      </p:sp>
      <p:pic>
        <p:nvPicPr>
          <p:cNvPr id="4" name="Picture 3" descr="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FFC6"/>
                </a:solidFill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Monte Carlo Simulations (Prediction)</a:t>
            </a:r>
          </a:p>
          <a:p>
            <a:r>
              <a:t>• Historical Stress Tests (Crises analysis)</a:t>
            </a:r>
          </a:p>
          <a:p>
            <a:r>
              <a:t>• Real-time API Integration (Yahoo Finance/Alpha Vantage)</a:t>
            </a:r>
          </a:p>
          <a:p>
            <a:r>
              <a:t>• Sector Diversification Heatmaps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FFC6"/>
                </a:solidFill>
              </a:defRPr>
            </a:pPr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Frontend: React.js + Tailwind CSS</a:t>
            </a:r>
          </a:p>
          <a:p>
            <a:r>
              <a:t>Backend: Python (Flask/FastAPI) &amp; Node.js</a:t>
            </a:r>
          </a:p>
          <a:p>
            <a:r>
              <a:t>Data: Alpha Vantage, Financial APIs</a:t>
            </a:r>
          </a:p>
          <a:p>
            <a:r>
              <a:t>Database: PostgreSQL for user portfolios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FFC6"/>
                </a:solidFill>
              </a:defRPr>
            </a:pPr>
            <a:r>
              <a:t>Democratizing Finance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You!</a:t>
            </a:r>
          </a:p>
          <a:p>
            <a:pPr algn="ctr"/>
            <a:r>
              <a:t>Contact: [Your Name/Email]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